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tin K J" userId="62871652f86a0f8a" providerId="LiveId" clId="{8EA80746-B30D-47C2-A1C7-92FC0E6F0AF6}"/>
    <pc:docChg chg="custSel modSld">
      <pc:chgData name="Ntin K J" userId="62871652f86a0f8a" providerId="LiveId" clId="{8EA80746-B30D-47C2-A1C7-92FC0E6F0AF6}" dt="2026-02-19T14:20:41.552" v="10" actId="27636"/>
      <pc:docMkLst>
        <pc:docMk/>
      </pc:docMkLst>
      <pc:sldChg chg="modSp mod">
        <pc:chgData name="Ntin K J" userId="62871652f86a0f8a" providerId="LiveId" clId="{8EA80746-B30D-47C2-A1C7-92FC0E6F0AF6}" dt="2026-02-19T12:51:00.759" v="3" actId="14100"/>
        <pc:sldMkLst>
          <pc:docMk/>
          <pc:sldMk cId="0" sldId="258"/>
        </pc:sldMkLst>
        <pc:spChg chg="mod">
          <ac:chgData name="Ntin K J" userId="62871652f86a0f8a" providerId="LiveId" clId="{8EA80746-B30D-47C2-A1C7-92FC0E6F0AF6}" dt="2026-02-19T12:50:57.184" v="2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Ntin K J" userId="62871652f86a0f8a" providerId="LiveId" clId="{8EA80746-B30D-47C2-A1C7-92FC0E6F0AF6}" dt="2026-02-19T12:51:00.759" v="3" actId="14100"/>
          <ac:spMkLst>
            <pc:docMk/>
            <pc:sldMk cId="0" sldId="258"/>
            <ac:spMk id="4" creationId="{00000000-0000-0000-0000-000000000000}"/>
          </ac:spMkLst>
        </pc:spChg>
        <pc:spChg chg="mod">
          <ac:chgData name="Ntin K J" userId="62871652f86a0f8a" providerId="LiveId" clId="{8EA80746-B30D-47C2-A1C7-92FC0E6F0AF6}" dt="2026-02-19T12:50:53.309" v="1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Ntin K J" userId="62871652f86a0f8a" providerId="LiveId" clId="{8EA80746-B30D-47C2-A1C7-92FC0E6F0AF6}" dt="2026-02-19T12:50:48.014" v="0" actId="14100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Ntin K J" userId="62871652f86a0f8a" providerId="LiveId" clId="{8EA80746-B30D-47C2-A1C7-92FC0E6F0AF6}" dt="2026-02-19T12:51:18.038" v="7" actId="14100"/>
        <pc:sldMkLst>
          <pc:docMk/>
          <pc:sldMk cId="0" sldId="259"/>
        </pc:sldMkLst>
        <pc:spChg chg="mod">
          <ac:chgData name="Ntin K J" userId="62871652f86a0f8a" providerId="LiveId" clId="{8EA80746-B30D-47C2-A1C7-92FC0E6F0AF6}" dt="2026-02-19T12:51:14.225" v="6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Ntin K J" userId="62871652f86a0f8a" providerId="LiveId" clId="{8EA80746-B30D-47C2-A1C7-92FC0E6F0AF6}" dt="2026-02-19T12:51:18.038" v="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Ntin K J" userId="62871652f86a0f8a" providerId="LiveId" clId="{8EA80746-B30D-47C2-A1C7-92FC0E6F0AF6}" dt="2026-02-19T12:51:11.952" v="5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Ntin K J" userId="62871652f86a0f8a" providerId="LiveId" clId="{8EA80746-B30D-47C2-A1C7-92FC0E6F0AF6}" dt="2026-02-19T12:51:09.191" v="4" actId="14100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Ntin K J" userId="62871652f86a0f8a" providerId="LiveId" clId="{8EA80746-B30D-47C2-A1C7-92FC0E6F0AF6}" dt="2026-02-19T13:59:45.317" v="8" actId="1038"/>
        <pc:sldMkLst>
          <pc:docMk/>
          <pc:sldMk cId="0" sldId="260"/>
        </pc:sldMkLst>
        <pc:graphicFrameChg chg="mod">
          <ac:chgData name="Ntin K J" userId="62871652f86a0f8a" providerId="LiveId" clId="{8EA80746-B30D-47C2-A1C7-92FC0E6F0AF6}" dt="2026-02-19T13:59:45.317" v="8" actId="1038"/>
          <ac:graphicFrameMkLst>
            <pc:docMk/>
            <pc:sldMk cId="0" sldId="260"/>
            <ac:graphicFrameMk id="4" creationId="{00000000-0000-0000-0000-000000000000}"/>
          </ac:graphicFrameMkLst>
        </pc:graphicFrameChg>
      </pc:sldChg>
      <pc:sldChg chg="modSp mod">
        <pc:chgData name="Ntin K J" userId="62871652f86a0f8a" providerId="LiveId" clId="{8EA80746-B30D-47C2-A1C7-92FC0E6F0AF6}" dt="2026-02-19T14:20:41.552" v="10" actId="27636"/>
        <pc:sldMkLst>
          <pc:docMk/>
          <pc:sldMk cId="0" sldId="272"/>
        </pc:sldMkLst>
        <pc:spChg chg="mod">
          <ac:chgData name="Ntin K J" userId="62871652f86a0f8a" providerId="LiveId" clId="{8EA80746-B30D-47C2-A1C7-92FC0E6F0AF6}" dt="2026-02-19T14:20:41.552" v="10" actId="27636"/>
          <ac:spMkLst>
            <pc:docMk/>
            <pc:sldMk cId="0" sldId="27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Dermascan AI: AI Skin Expert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Year Project Presentation</a:t>
            </a:r>
          </a:p>
          <a:p>
            <a:endParaRPr/>
          </a:p>
          <a:p>
            <a:r>
              <a:t>Presented By</a:t>
            </a:r>
          </a:p>
          <a:p>
            <a:r>
              <a:t>[Your Name]</a:t>
            </a:r>
          </a:p>
          <a:p>
            <a:endParaRPr/>
          </a:p>
          <a:p>
            <a:r>
              <a:t>Department</a:t>
            </a:r>
          </a:p>
          <a:p>
            <a:r>
              <a:t>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Purpose: A web-based platform revolutionizing skin disease diagnosis by connecting patients and dermatologists.</a:t>
            </a:r>
          </a:p>
          <a:p>
            <a:r>
              <a:t>Direct Interaction: Eliminates barriers between patients and doctors, ensuring timely medical advice.</a:t>
            </a:r>
          </a:p>
          <a:p>
            <a:r>
              <a:t>AI-Powered Diagnosis: Uses Deep Learning (TensorFlow/Keras) for instant preliminary analysis of skin lesions.</a:t>
            </a:r>
          </a:p>
          <a:p>
            <a:r>
              <a:t>Streamlined Management: Centralized system for appointments, prescriptions, and medical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118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Limited Accessibility</a:t>
            </a:r>
          </a:p>
          <a:p>
            <a:pPr>
              <a:defRPr sz="1400"/>
            </a:pPr>
            <a:r>
              <a:rPr dirty="0"/>
              <a:t>Patients in remote/rural areas struggle to access specialized dermatological care without traveling long distances.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2790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Manual Diagnosis</a:t>
            </a:r>
          </a:p>
          <a:p>
            <a:pPr>
              <a:defRPr sz="1400"/>
            </a:pPr>
            <a:r>
              <a:rPr dirty="0"/>
              <a:t>Diagnosis relies solely on physical visits, which can be time-consuming and delayed due to doctor unavailability.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200"/>
            <a:ext cx="37033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/>
            </a:pPr>
            <a:r>
              <a:t>Inefficient Appointments</a:t>
            </a:r>
          </a:p>
          <a:p>
            <a:pPr>
              <a:defRPr sz="1400"/>
            </a:pPr>
            <a:r>
              <a:t>Traditional booking leads to long waiting times, scheduling conflicts, and lack of transparency.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886200"/>
            <a:ext cx="37033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Physical Records</a:t>
            </a:r>
          </a:p>
          <a:p>
            <a:pPr>
              <a:defRPr sz="1400"/>
            </a:pPr>
            <a:r>
              <a:rPr dirty="0"/>
              <a:t>Medical history is often maintained in paper files, making it hard to track disease progression over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45720" cy="502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3703320"/>
            <a:ext cx="82296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566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/>
            </a:pPr>
            <a:r>
              <a:t>Unified Digital Platform</a:t>
            </a:r>
          </a:p>
          <a:p>
            <a:pPr>
              <a:defRPr sz="1400"/>
            </a:pPr>
            <a:r>
              <a:t>A centralized web portal connecting Patients, Doctors, and Admins for seamless healthcare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3566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/>
            </a:pPr>
            <a:r>
              <a:t>AI &amp; Automation</a:t>
            </a:r>
          </a:p>
          <a:p>
            <a:pPr>
              <a:defRPr sz="1400"/>
            </a:pPr>
            <a:r>
              <a:t>Integrated AI model for instant skin disease detection and probability scoring (~95% accuracy).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200"/>
            <a:ext cx="31384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/>
            </a:pPr>
            <a:r>
              <a:t>Dynamic Scheduling</a:t>
            </a:r>
          </a:p>
          <a:p>
            <a:pPr>
              <a:defRPr sz="1400"/>
            </a:pPr>
            <a:r>
              <a:t>Real-time appointment booking system with availability management for doctors.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886200"/>
            <a:ext cx="33547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/>
            </a:pPr>
            <a:r>
              <a:rPr dirty="0"/>
              <a:t>Digital Scan &amp; Appointment History</a:t>
            </a:r>
          </a:p>
          <a:p>
            <a:pPr>
              <a:defRPr sz="1400"/>
            </a:pPr>
            <a:r>
              <a:rPr dirty="0"/>
              <a:t>Secure cloud-based storage of AI analysis results, scan images, and appointment records for easy access.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45720" cy="5029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3703320"/>
            <a:ext cx="8229600" cy="457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Tables: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User (Django Auth)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220283"/>
              </p:ext>
            </p:extLst>
          </p:nvPr>
        </p:nvGraphicFramePr>
        <p:xfrm>
          <a:off x="467032" y="1828800"/>
          <a:ext cx="4114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PK, Auto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Nullable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User_profile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828800"/>
          <a:ext cx="4114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 (User)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Tables: Doctors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Doctor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regno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Doctor_schedule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828800"/>
          <a:ext cx="4114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DOCTOR_ID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start/end_time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Tables: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Booking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PATIENT_ID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schedule_id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Payment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828800"/>
          <a:ext cx="4114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PAYMENT_ID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BOOKING_ID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Tables: AI &amp;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SkinPredictionHistory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image_path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7548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Table Name: SkinChatMessage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828800"/>
          <a:ext cx="4114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user/bot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created_at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Level - 0 (Context Diagram)</a:t>
            </a:r>
            <a:br/>
            <a:r>
              <a:t>[Insert DFD Level 0 Image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Level - 0 (Context Diagram)</a:t>
            </a:r>
          </a:p>
          <a:p>
            <a:r>
              <a:t>[Insert DFD Level 0 Image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 -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Level - 1 Admin</a:t>
            </a:r>
            <a:br/>
            <a:r>
              <a:t>[Insert DFD Level 1 Admin Image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Level - 1 Admin</a:t>
            </a:r>
          </a:p>
          <a:p>
            <a:r>
              <a:t>[Insert DFD Level 1 Admin Image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 -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Level - 1 Doctor</a:t>
            </a:r>
            <a:br/>
            <a:r>
              <a:t>[Insert DFD Level 1 Doctor Image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Level - 1 Doctor</a:t>
            </a:r>
          </a:p>
          <a:p>
            <a:r>
              <a:t>[Insert DFD Level 1 Doctor Image Here]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 -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Level - 1 Patient</a:t>
            </a:r>
            <a:br/>
            <a:r>
              <a:t>[Insert DFD Level 1 Patient Image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Level - 1 Patient</a:t>
            </a:r>
          </a:p>
          <a:p>
            <a:r>
              <a:t>[Insert DFD Level 1 Patient Image Here]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r>
              <a:rPr dirty="0"/>
              <a:t>Mobile Application: Developing native iOS/Android apps for on-the-go access.</a:t>
            </a:r>
          </a:p>
          <a:p>
            <a:r>
              <a:rPr dirty="0"/>
              <a:t>Telemedicine: Integrating real-time video consultation between doctors and patients.</a:t>
            </a:r>
          </a:p>
          <a:p>
            <a:r>
              <a:rPr dirty="0"/>
              <a:t>Blockchain: Implementing blockchain for immutable and secure medical record storage.</a:t>
            </a:r>
          </a:p>
          <a:p>
            <a:r>
              <a:rPr dirty="0"/>
              <a:t>Advanced Analytics: Personalized skin care routines based on long-term data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Screenshots: 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Admin Dashboard &amp; User Management</a:t>
            </a:r>
            <a:br/>
            <a:r>
              <a:t>[Insert Admin Screenshots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Admin Dashboard &amp; User Management</a:t>
            </a:r>
          </a:p>
          <a:p>
            <a:r>
              <a:t>[Insert Admin Screenshots Here]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Screenshots: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Doctor Dashboard &amp; Consultations</a:t>
            </a:r>
            <a:br/>
            <a:r>
              <a:t>[Insert Doctor Screenshots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Doctor Dashboard &amp; Consultations</a:t>
            </a:r>
          </a:p>
          <a:p>
            <a:r>
              <a:t>[Insert Doctor Screenshots Here]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Screenshots: Patient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Patient Prediction &amp; Booking</a:t>
            </a:r>
            <a:br/>
            <a:r>
              <a:t>[Insert Patient Screenshots Here]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Patient Prediction &amp; Booking</a:t>
            </a:r>
          </a:p>
          <a:p>
            <a:r>
              <a:t>[Insert Patient Screenshots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>
            <a:normAutofit fontScale="85000" lnSpcReduction="10000"/>
          </a:bodyPr>
          <a:lstStyle/>
          <a:p>
            <a:endParaRPr dirty="0"/>
          </a:p>
          <a:p>
            <a:r>
              <a:rPr dirty="0"/>
              <a:t>Django Documentation: https://docs.djangoproject.com/</a:t>
            </a:r>
          </a:p>
          <a:p>
            <a:r>
              <a:rPr dirty="0"/>
              <a:t>Bootstrap 5 Documentation: https://getbootstrap.com/</a:t>
            </a:r>
          </a:p>
          <a:p>
            <a:r>
              <a:rPr dirty="0"/>
              <a:t>Python 3 Standard Library: https://docs.python.org/3/library</a:t>
            </a:r>
          </a:p>
          <a:p>
            <a:r>
              <a:rPr dirty="0"/>
              <a:t>TensorFlow/</a:t>
            </a:r>
            <a:r>
              <a:rPr dirty="0" err="1"/>
              <a:t>Keras</a:t>
            </a:r>
            <a:r>
              <a:rPr dirty="0"/>
              <a:t> API Docs: https://www.tensorflow.org/api_docs</a:t>
            </a:r>
          </a:p>
          <a:p>
            <a:r>
              <a:rPr dirty="0"/>
              <a:t>E. </a:t>
            </a:r>
            <a:r>
              <a:rPr dirty="0" err="1"/>
              <a:t>Balaguruswamy</a:t>
            </a:r>
            <a:r>
              <a:rPr dirty="0"/>
              <a:t>, 'Introduction to Computing and Problem Solving Using Python'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794</Words>
  <Application>Microsoft Office PowerPoint</Application>
  <PresentationFormat>On-screen Show (4:3)</PresentationFormat>
  <Paragraphs>230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Dermascan AI: AI Skin Expert</vt:lpstr>
      <vt:lpstr>Abstract</vt:lpstr>
      <vt:lpstr>Existing System</vt:lpstr>
      <vt:lpstr>Proposed System</vt:lpstr>
      <vt:lpstr>Tables: Users</vt:lpstr>
      <vt:lpstr>Tables: Doctors</vt:lpstr>
      <vt:lpstr>Tables: Transactions</vt:lpstr>
      <vt:lpstr>Tables: AI &amp; Chat</vt:lpstr>
      <vt:lpstr>Data Flow Diagram</vt:lpstr>
      <vt:lpstr>Data Flow Diagram - Admin</vt:lpstr>
      <vt:lpstr>Data Flow Diagram - Doctor</vt:lpstr>
      <vt:lpstr>Data Flow Diagram - Patient</vt:lpstr>
      <vt:lpstr>Future Enhancement</vt:lpstr>
      <vt:lpstr>Screenshots: Admin</vt:lpstr>
      <vt:lpstr>Screenshots: Doctor</vt:lpstr>
      <vt:lpstr>Screenshots: Patient</vt:lpstr>
      <vt:lpstr>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Ntin K J</cp:lastModifiedBy>
  <cp:revision>1</cp:revision>
  <dcterms:created xsi:type="dcterms:W3CDTF">2013-01-27T09:14:16Z</dcterms:created>
  <dcterms:modified xsi:type="dcterms:W3CDTF">2026-02-19T14:20:50Z</dcterms:modified>
  <cp:category/>
</cp:coreProperties>
</file>